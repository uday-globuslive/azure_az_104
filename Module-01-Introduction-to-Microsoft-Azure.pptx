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Module 01</a:t>
            </a:r>
            <a:br/>
            <a:r>
              <a:t>Introduction to Microsoft Azure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AZ-104: Microsoft Azure Administrator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004E98"/>
                </a:solidFill>
              </a:defRPr>
            </a:pPr>
            <a:r>
              <a:t>What You Will Learn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✅ Understand cloud computing fundamentals and service models (IaaS, PaaS, SaaS)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✅ Explain what Microsoft Azure is and its core services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✅ Create and manage an Azure account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✅ Use Azure CLI and Azure PowerShell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✅ Understand Azure Resource Manager and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Cloud Computing?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004E98"/>
                </a:solidFill>
              </a:defRPr>
            </a:pPr>
            <a: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Cloud computing is the delivery of computing services—including servers, storage, databases, networking, software—over the Internet.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Key Benefits: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Faster innovation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Flexible resources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Economies of scale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💡 Simple Analogy: Just like electricity - you don't build your own power plant, you use power from a provider and pay for what you use!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Characteristics of Cloud Computing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Characteristic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What It Means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On-demand self-service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Get resources automatically, no waiting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Broad network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Access from anywhere via internet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Resource pooling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Shared infrastructure, multi-tenant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Rapid elasticity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Scale up/down instantly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Measured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Pay only for what you use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Cloud Service Models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Three main service models define responsibility boundaries: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🏗️ IaaS (Infrastructure as a Service) - You manage the most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→ Virtual Machines, Storage, Networks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🔧 PaaS (Platform as a Service) - Focus on your code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→ App Service, Azure SQL, Functions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📦 SaaS (Software as a Service) - Ready to use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→ Microsoft 365, Dynamics 365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Infrastructure as a Service (IaaS)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004E98"/>
                </a:solidFill>
              </a:defRPr>
            </a:pPr>
            <a:r>
              <a:t>You Control the Most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Definition: Virtualized computing resources over the internet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You Manage: Applications, Data, Runtime, Middleware, OS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Provider Manages: Virtualization, Servers, Storage, Networking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Azure Examples: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🖥️ Azure Virtual Machines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💾 Azure Storage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🌐 Azure Virtual Networks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Best For: When you need complete control over infrastructure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Platform as a Service (PaaS)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004E98"/>
                </a:solidFill>
              </a:defRPr>
            </a:pPr>
            <a:r>
              <a:t>Focus on Your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Definition: Platform for developing, running, and managing applications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You Manage: Applications and Data ONLY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Provider Manages: Everything else (Runtime, OS, Infrastructure)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Azure Examples: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🌍 Azure App Service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🗃️ Azure SQL Database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⚡ Azure Functions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Best For: When you want to focus only on application development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Software as a Service (SaaS)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004E98"/>
                </a:solidFill>
              </a:defRPr>
            </a:pPr>
            <a:r>
              <a:t>Ready to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Definition: Complete software application hosted by provider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You Manage: Only your data and access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Provider Manages: Everything including the application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Examples: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📧 Microsoft 365 (Outlook, Teams, Word)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📊 Dynamics 365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☁️ Salesforce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Best For: Ready-to-use software without any setup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Cloud Deployment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04E98"/>
                </a:solidFill>
              </a:defRPr>
            </a:pPr>
            <a:r>
              <a:t>Most organizations use Hybrid Cloud approach!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☁️ Public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Resources owned by cloud 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Maximum scalability, cost-effectiveness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🔒 Private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Dedicated to single organization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Security, compliance requirements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🔄 Hybrid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Combination of 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Flexibility, gradual migration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Benefits of Cloud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04E98"/>
                </a:solidFill>
              </a:defRPr>
            </a:pPr>
            <a:r>
              <a:t>Why Move to the Cloud?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Benefit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💰 Cost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No upfront costs, pay-per-use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📈 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Scale up/down based on demand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🔒 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Built-in backup &amp; disaster recovery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🛡️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Enterprise-grade security features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🌍 Global Reach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Deploy worldwide in minutes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⚡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Latest hardware &amp; fast networks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Microsoft Azure?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A comprehensive cloud computing platform providing 200+ services for compute, analytics, storage, and networking.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Quick History: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2008 - Project 'Red Dog' started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2010 - Windows Azure launched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2014 - Renamed to Microsoft Azure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Today - Top 3 cloud provider globally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Key Strength: Best integration with Microsoft ecosystem (Windows, Office 365, Active Directory)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Azure Global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004E98"/>
                </a:solidFill>
              </a:defRPr>
            </a:pPr>
            <a:r>
              <a:t>Azure's Massive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🌍 60+ Regions worldwide (more than any other cloud provider!)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Key Concepts: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📍 Region: Geographical area with 1+ datacenters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Examples: East US, West Europe, Central India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🏢 Availability Zone: Physically separate location within a region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Independent power, cooling, and networking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🔗 Region Pair: Two regions paired for disaster recovery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Availability Zones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Each Azure Region contains multiple Availability Zones: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┌─────── Azure Region ───────┐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│  Zone 1    Zone 2    Zone 3  │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│  (DC A)    (DC B)    (DC C)  │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│     ↕         ↕         ↕        │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│  ─── Low-latency Network ───  │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└─────────────────────────────┘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✅ Independent power, cooling, networking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✅ Minimum 3 zones in enabled regions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✅ 99.99% VM uptime SLA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Azure vs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04E98"/>
                </a:solidFill>
              </a:defRPr>
            </a:pPr>
            <a:r>
              <a:t>Azure Advantage: Best integration with Microsoft ecosystem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Azure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AWS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Google Cloud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Global Regions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60+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Hybrid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Azure Arc,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Outposts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Anthos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Enterprise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⭐ 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AI/ML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Azure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SageMaker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Vertex AI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Azure Compute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04E98"/>
                </a:solidFill>
              </a:defRPr>
            </a:pPr>
            <a:r>
              <a:t>Run Your Applications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When to Use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🖥️ Virtual Machines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IaaS virtual servers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Traditional apps, full control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🌐 App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PaaS for web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Websites, REST APIs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⚡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Serverless compute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Event-driven processing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🐳 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Managed Kubernetes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Container orchestration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📦 Container Instances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Serverless containers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Quick deployment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Azure Storage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04E98"/>
                </a:solidFill>
              </a:defRPr>
            </a:pPr>
            <a:r>
              <a:t>Store Your Data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When to Use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📁 Blob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Object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Media files, backups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📂 Azure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Managed file shares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File sharing, lift-and-shift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📨 Queue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Message queuing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Decoupling applications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📊 Table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NoSQL key-value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Semi-structured data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💿 Disk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Managed disks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VM data storage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Azure Networking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04E98"/>
                </a:solidFill>
              </a:defRPr>
            </a:pPr>
            <a:r>
              <a:t>Connect Your Resources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When to Use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🌐 Virtual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Private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Isolating resources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⚖️ Load Balancer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Layer 4 balancing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Distributing traffic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🚪 Application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Layer 7 balancing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Web app traffic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🔗 VPN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VPN connectivity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Hybrid connectivity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🚄 ExpressRoute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Private connection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High-speed dedicated link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Azure Database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04E98"/>
                </a:solidFill>
              </a:defRPr>
            </a:pPr>
            <a:r>
              <a:t>Manage Your Databases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When to Use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🗃️ Azure SQL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Managed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Relational data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🌍 Cosmos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Global NoSQL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Multi-region apps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🐬 Database for MySQL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Managed MySQL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MySQL workloads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🐘 Database for 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Managed 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PostgreSQL workloads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Creating Azure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004E98"/>
                </a:solidFill>
              </a:defRPr>
            </a:pPr>
            <a:r>
              <a:t>Get Started - It's FREE!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Azure Free Account Benefits: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💵 Free Credit: $200 for first 30 days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📅 12-Month Free: Popular services free for 12 months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♾️ Always Free: 55+ services always free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Steps to Create: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1. Go to https://azure.microsoft.com/free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2. Click 'Start Free'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3. Sign in with Microsoft account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4. Verify phone number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5. Enter payment info (won't be charged!)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6. Start using Azure!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Azure Portal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Access at: https://portal.azure.com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Key Features: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🔍 Search bar - Find any resource or service quickly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☰ Menu - Access all Azure services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📊 Dashboard - Customizable home page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🔔 Notifications - Alerts and updates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⚙️ Settings - Configure portal preferences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Recent Resources: Quick access to your most-used items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Resource Groups: Logical containers for organization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Ways to Manage Azure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04E98"/>
                </a:solidFill>
              </a:defRPr>
            </a:pPr>
            <a:r>
              <a:t>Multiple Management Options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🖥️ Azure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Visual management, beginners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💻 Azure 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Linux admins, cross-platform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⚡ Azure PowerShell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Windows admins, scripting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☁️ Cloud 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Quick access from browser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🔧 SDKs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Application integration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🔌 REST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Custom automation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Azure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004E98"/>
                </a:solidFill>
              </a:defRPr>
            </a:pPr>
            <a:r>
              <a:t>Command Line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Key Features: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Cross-platform (Windows, macOS, Linux)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Commands start with 'az'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Bash-like syntax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Essential Commands: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az login                              # Login to Azure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az account list --output table        # List subscriptions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az group create --name MyRG --location eastus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az vm list --output table             # List all VMs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Azure PowerShell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004E98"/>
                </a:solidFill>
              </a:defRPr>
            </a:pPr>
            <a:r>
              <a:t>PowerShell Module for Azure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Key Features: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Uses PowerShell verb-noun syntax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Ideal for Windows administrators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Cross-platform with PowerShell Core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Essential Commands: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Connect-AzAccount                     # Login to Azure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Get-AzSubscription                    # List subscriptions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New-AzResourceGroup -Name 'MyRG' -Location 'East US'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Get-AzVM                              # List all VMs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Azure Cloud Shell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Browser-Based Shell - No Installation Required!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Features: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✅ Accessible from Azure Portal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✅ Pre-installed with CLI &amp; PowerShell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✅ 5 GB persistent storage per user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✅ Choose Bash or PowerShell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✅ Access from anywhere with internet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Access at: https://shell.azure.com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Or click the &gt;_ icon in Azure Portal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CLI vs PowerShell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04E98"/>
                </a:solidFill>
              </a:defRPr>
            </a:pPr>
            <a:r>
              <a:t>Both are equally powerful - choose based on your team's expertise!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Azure CLI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Azure PowerShell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az &lt;command&gt;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Verb-AzNoun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Cross-platform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Cross-platform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JSON by 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PowerShell objects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Scripting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Bash scripts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PowerShell scripts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Linux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Windows admins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Azure Resource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Organization Structure (Top to Bottom):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📁 Management Groups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 └─ Organize subscriptions for governance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💳 Subscriptions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 └─ Billing &amp; access boundary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📦 Resource Groups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 └─ Logical containers for resources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🖥️ Resources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 └─ VMs, Storage, Databases, etc.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Azure Subscriptions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004E98"/>
                </a:solidFill>
              </a:defRPr>
            </a:pPr>
            <a:r>
              <a:t>Billing and Access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What is a Subscription?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💳 Billing container for Azure resources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🔐 Access control boundary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🔗 Links to an Azure AD tenant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Types of Subscriptions: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Free - $200 credit, 12 months free services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Pay-As-You-Go - Pay only for usage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Enterprise Agreement - Large organizations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Visual Studio - MSDN subscribers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Resource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004E98"/>
                </a:solidFill>
              </a:defRPr>
            </a:pPr>
            <a:r>
              <a:t>Logical Containers for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What is a Resource Group?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Container that holds related resources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All resources MUST belong to one resource group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Resources can only be in ONE resource group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⚠️ Deleting group deletes ALL resources inside!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Best Practices: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✅ Group by lifecycle (deploy/delete together)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✅ Group by application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✅ Group by environment (Dev, Test, Prod)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✅ Group by department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Resource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04E98"/>
                </a:solidFill>
              </a:defRPr>
            </a:pPr>
            <a:r>
              <a:t>Every Azure Resource Has These Properties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Unique 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mywebserver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Resource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Microsoft.Compute/virtualMachines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Azure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East 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Resource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Parent container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Production-RG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Tags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Key-value pairs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Environment=Prod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Azure Resource Manager (ARM)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004E98"/>
                </a:solidFill>
              </a:defRPr>
            </a:pPr>
            <a:r>
              <a:t>The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The deployment and management service for Azure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How it works: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Clients (Portal, CLI, PowerShell, API)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         ↓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Azure Resource Manager (ARM)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Authentication &amp; Authorization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Request Processing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Template Deployment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         ↓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Resource Providers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(Compute | Storage | Network | SQL)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Benefits of 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04E98"/>
                </a:solidFill>
              </a:defRPr>
            </a:pPr>
            <a:r>
              <a:t>Why ARM is Powerful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Benefit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📝 Declarative Templates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Define what you want, ARM handles how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🔄 Dependency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Deploys resources in correct order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🔧 Consistent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Same API for all resources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🔐 Access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RBAC for fine-grained access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🏷️ Tagging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Organize and track resources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💰 Billing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View costs by tags or groups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ARM 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Infrastructure as Code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What is an ARM Template?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JSON file defining infrastructure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Declarative syntax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Repeatable deployments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Version controlled in Git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Template Structure: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{ '$schema', 'contentVersion', 'parameters',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'variables', 'resources', 'outputs' 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ARM Template Sections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Section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$schema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JSON schema location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contentVersion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Template version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Values provided at deployment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Computed values within template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Azure resources to deploy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05050"/>
                          </a:solidFill>
                        </a:defRPr>
                      </a:pPr>
                      <a:r>
                        <a:t>Values returned after deployment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Deploying ARM 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004E98"/>
                </a:solidFill>
              </a:defRPr>
            </a:pPr>
            <a:r>
              <a:t>Two Ways to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Using PowerShell: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New-AzResourceGroupDeployment `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-ResourceGroupName 'MyResourceGroup' `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-TemplateFile 'template.json'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Using Azure CLI: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az deployment group create \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--resource-group MyResourceGroup \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--template-file template.json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Bicep - Modern Alternative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Simpler syntax for ARM Templates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ARM Template (JSON) - Verbose: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{ 'type': 'Microsoft.Storage/storageAccounts',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'apiVersion': '2021-02-01', ... }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Same in Bicep - Clean: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resource storage 'Microsoft.Storage/...' = {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name: storageAccountName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location: resourceGroup().location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}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✅ Bicep compiles to ARM templates!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Availability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High Availability in Azure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Availability Sets: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Logical grouping within a datacenter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Fault Domains: Separate power/network (max 3)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Update Domains: Separate maintenance (max 20)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Availability Zones: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Physically separate locations in a region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Independent power, cooling, networking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99.99% SLA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Module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Key Takeaways: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✅ Cloud Computing: IaaS, PaaS, SaaS - know the differences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✅ Azure: 60+ regions, 200+ services, enterprise-ready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✅ Management Tools: Portal, CLI, PowerShell, Cloud Shell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✅ Resource Hierarchy: Management Groups → Subscriptions → Resource Groups → Resources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✅ ARM: The deployment and management layer for all Azure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✅ Templates: Infrastructure as Code for repeatable deployments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Demo Time! 🎯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Live Demonstration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004E98"/>
                </a:solidFill>
              </a:defRPr>
            </a:pPr>
            <a:r>
              <a:t>What We'll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1. Azure Portal Navigation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• Dashboard overview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• Resource creation wizard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2. Azure Cloud Shell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• CLI commands demo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• PowerShell commands demo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3. Create a Resource Group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• Using Portal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   • Using CLI/PowerShell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4. Explore Azure Services &amp; Pricing Calculator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Practice Exercises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Try These Yourself!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1. ✏️ Create a free Azure account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2. ✏️ Navigate the Azure Portal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3. ✏️ Open Cloud Shell and run basic commands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4. ✏️ Create a Resource Group using CLI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5. ✏️ Create a Resource Group using PowerShell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6. ✏️ Explore the Azure Marketplace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7. ✏️ Use the Azure Pricing Calculator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Questions &amp; Next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Any Questions?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📚 Next Module: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Module 02: Introduction to ARM and Azure Storage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Deep dive into ARM Templates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Azure Storage Account types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Blob, Files, Queues, Tables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📖 Resources: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Microsoft Learn: https://learn.microsoft.com/azure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Azure Documentation: https://docs.microsoft.com/azure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Azure Free Account: https://azure.microsoft.com/free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Questions?</a:t>
            </a:r>
            <a:br/>
            <a:br/>
            <a:r>
              <a:t>AZ-104 Module 01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